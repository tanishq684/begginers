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314AA5-6B8C-42DF-B138-326D26ED6A91}">
          <p14:sldIdLst>
            <p14:sldId id="256"/>
            <p14:sldId id="257"/>
          </p14:sldIdLst>
        </p14:section>
        <p14:section name="Untitled Section" id="{86B3AE77-A12C-4A17-B02B-0866A7EEC913}">
          <p14:sldIdLst>
            <p14:sldId id="261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B08F"/>
    <a:srgbClr val="71F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36FDD-BD36-4B1E-96DB-F52BF175067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F027E-66B8-49CE-B737-988A366D0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234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FA5C-1FEB-DC04-74EA-34E86992D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19263-E3CF-C408-4347-5665E2F49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631A-CC12-F64B-FA5A-2967A0B7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5C2C-9FFF-4F52-A649-F6B9130012C2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EEACB-9823-61EB-9714-180465D1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A8697-DAC9-C758-07D8-C19324C8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35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927D-D956-5E47-5F3F-4BB4898E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CF5F1-E50D-2854-F727-95C7981A7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501ED-3C6E-D7B5-5859-A9CF9CFA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5125-FBB2-4283-90C9-1B7544BC81B1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03AD1-1088-4421-E671-39AEB0C3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05B8-07A8-868F-A16C-77111726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9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E038-F435-3DCB-DC4C-A7259183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192EE-D0D1-BDCF-EE38-9B5F2E66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E30D-BF52-5857-C59A-1858DE933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29A0-0414-4C5E-B0AE-8C07D646D86E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2EBDF-6847-AA88-5AF2-41555916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B6483-1091-BA53-C441-9D1C6E84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4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8F93-01AC-91AA-084D-63AC673A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2A9C-F679-4744-D153-27F09EBEF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11968-F55E-7EF4-E406-755AC30E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3DE37-2AEE-7E44-7E16-7BFF8FED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B9E-E753-42D8-8088-9E193D4E9499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AC83A-C117-EE89-B801-55F3F506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B527A-00B2-52D9-68AC-D59E27B1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86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FB1F-7450-07E9-1DEF-E1B008EB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8ABCF-8B20-60C1-D6FD-134EAA913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229FA-1084-4090-B144-EDA47690D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67772-537E-6D37-50AE-624ED3902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BF35C-3313-39AC-E112-4B67FC666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1DAEE-9399-C31D-30D3-CD16F9E3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7A61-AC38-4134-929B-240EB63B7026}" type="datetime1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C1E61-C27B-2FDA-0759-D40EB427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0180C-6C30-88D8-8B2B-907D04E6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8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82AF-2585-4B90-8297-206EA1B3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E741B-7D7F-DBDC-7C19-EBEC69D19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64D3B-94CA-40CC-8DE7-2FE8A403CB80}" type="datetime1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CEE86-5B3E-6C1E-846D-A74E6979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6719E-CD70-6AA6-C5B1-84FB7D6B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9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954EB-782F-9E99-A956-7A369809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B7FE-96AB-4FE9-8BC5-22B56A9CB4E0}" type="datetime1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77A8F-2AE1-4A09-BE6B-CF8AB7A3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729B4-3D81-F921-7C0C-59717266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3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9AAB-AABD-A1CE-B5C3-7407EE76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9E21C-86A0-1C9B-3936-7CC52CCD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B003E-B074-DF12-BFE4-FE73D0871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D0C1A-A01F-C784-E5A2-CC4F8F9E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9D1A-E150-4724-902C-6075988790DD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DFB41-B4A3-1B2D-5DF5-67403623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80413-6AC8-181E-FBC3-9AA64870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38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EEDE-86BB-B04F-A9C5-FAA947B9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22797-FED1-6394-35DE-6F13EFF85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00DB-97BF-4581-57FF-5803D0920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D8E3C-99CC-BEA8-B603-EECAE566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2C5B8-A7EE-467B-AE38-833C2B29312D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0C958-E5DE-A17D-043F-AA5F9159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72C85-AF04-B67F-DF52-10776E3B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7C1D-AA44-12F9-2AD5-40C9C0F2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40989-10ED-2C61-B360-72EE69C8F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69ACE-925B-B4FA-581D-C5C842FD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D2374-7363-4E5D-8435-984603644539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C7BEB-D452-6975-ACB1-8BCB584E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67E6-A403-7C61-7F68-8563BDFE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5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47A010-B4A6-4F15-6C3E-743F7CA6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AEABB-0268-F0D4-CCF0-224D53FC1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C9F27-BF4C-A62D-934A-773E0FD2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B75EA-8903-4E14-85E5-E4D7D7164EB8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24AB5-1583-1494-C402-368288B6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A9379-7BCE-BE28-42BC-7AC99410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28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AE98A-37F7-7A55-C5CA-E874E805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363B3-0A78-9564-D059-463C4D6A0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23573-1B62-52DE-D2A9-9F4869E7D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2F527-6523-4CC9-9DDC-9C9BEA60542D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89E49-C399-3211-063A-1C7B2DA25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0F04-7836-AF20-D30E-F77E9BF8A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6F44E-0146-461A-B01D-DC93EAE5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8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327B5-6521-069B-EE3C-FA8169AAD97D}"/>
              </a:ext>
            </a:extLst>
          </p:cNvPr>
          <p:cNvSpPr txBox="1"/>
          <p:nvPr/>
        </p:nvSpPr>
        <p:spPr>
          <a:xfrm>
            <a:off x="860503" y="2048460"/>
            <a:ext cx="7428089" cy="3713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ID :   44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Name :  Beginners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Domain :  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Number  :   P2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21988-C1D3-918E-AB6D-AAC10559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3853BF-4AC9-7829-1CA7-43933003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3839840" y="319272"/>
            <a:ext cx="4222249" cy="123914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CABB4B0-9EFD-8DA2-BF85-A87EE05B7BDE}"/>
              </a:ext>
            </a:extLst>
          </p:cNvPr>
          <p:cNvSpPr/>
          <p:nvPr/>
        </p:nvSpPr>
        <p:spPr>
          <a:xfrm>
            <a:off x="324464" y="471672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beginners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8CE68F-CD2B-65EE-0CAF-B43EBDCC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1</a:t>
            </a:fld>
            <a:endParaRPr lang="en-IN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A8DBE9EB-F950-C553-C130-79E689C90452}"/>
              </a:ext>
            </a:extLst>
          </p:cNvPr>
          <p:cNvSpPr txBox="1">
            <a:spLocks/>
          </p:cNvSpPr>
          <p:nvPr/>
        </p:nvSpPr>
        <p:spPr>
          <a:xfrm>
            <a:off x="913416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2460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14634" y="1204220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Personalized Learning Resources And Exam Planner Application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01904" y="2812173"/>
            <a:ext cx="11490096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 smart, AI-powered learning platform that aggregates curated YouTube lessons, PDFs, study materials, and previous-year question papers. It personalizes study plans based on each student’s grade, target exam, and performance.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Brief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 smart, AI-powered learning platform that aggregates curated YouTube lessons, PDFs, study materials, and previous-year question papers. It personalizes study plans based on each student’s grade, target exam, and performance.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(UVP)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A38E32-B67C-466A-D199-35696CE98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E5900-9214-A0AB-5E2D-A1DECC73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8844459" y="230783"/>
            <a:ext cx="3032909" cy="89009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3B9D745-99E8-9349-BC37-87C9F09ADC93}"/>
              </a:ext>
            </a:extLst>
          </p:cNvPr>
          <p:cNvSpPr/>
          <p:nvPr/>
        </p:nvSpPr>
        <p:spPr>
          <a:xfrm>
            <a:off x="314632" y="304524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Beginners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1E35-8E31-28EE-F8CD-7ADAC110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2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3A7ADD-E820-355E-E968-BB1CD459BF7E}"/>
              </a:ext>
            </a:extLst>
          </p:cNvPr>
          <p:cNvSpPr txBox="1">
            <a:spLocks/>
          </p:cNvSpPr>
          <p:nvPr/>
        </p:nvSpPr>
        <p:spPr>
          <a:xfrm>
            <a:off x="913416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698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34E389-E49F-F681-4BF9-79C44B34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1047135"/>
            <a:ext cx="10783529" cy="117495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Personalized Learning Resources And Exam Planner Application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1911A01-3C14-287D-3E43-51DC220D3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2113935"/>
            <a:ext cx="11651226" cy="4063028"/>
          </a:xfrm>
        </p:spPr>
        <p:txBody>
          <a:bodyPr/>
          <a:lstStyle/>
          <a:p>
            <a:r>
              <a:rPr lang="en-US" dirty="0"/>
              <a:t>Addressing the problem: Unifies scattered resources into one accessible </a:t>
            </a:r>
            <a:r>
              <a:rPr lang="en-US" dirty="0" err="1"/>
              <a:t>hub.Uses</a:t>
            </a:r>
            <a:r>
              <a:rPr lang="en-US" dirty="0"/>
              <a:t> AI to analyze weak areas and suggest targeted study </a:t>
            </a:r>
            <a:r>
              <a:rPr lang="en-US" dirty="0" err="1"/>
              <a:t>plans.Saves</a:t>
            </a:r>
            <a:r>
              <a:rPr lang="en-US" dirty="0"/>
              <a:t> students’ time by prioritizing topics based on subject weightage and difficulty.</a:t>
            </a:r>
          </a:p>
          <a:p>
            <a:endParaRPr lang="en-US" dirty="0"/>
          </a:p>
          <a:p>
            <a:r>
              <a:rPr lang="en-IN" dirty="0"/>
              <a:t>Innovation and uniqueness (UVP):Combines AI-driven personalization with curated, grade-aware content. Auto-generates quizzes from weak topics. Dynamic study planner adjusts as the student progresses. Lightweight and works on-device or cloud-optional — accessible for all learners.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3ABA1F-1BEC-3EFC-32F9-35F9F5F8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800" dirty="0" err="1">
                <a:solidFill>
                  <a:schemeClr val="bg2">
                    <a:lumMod val="10000"/>
                  </a:schemeClr>
                </a:solidFill>
              </a:rPr>
              <a:t>pg</a:t>
            </a:r>
            <a:endParaRPr lang="en-IN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5D592E-E174-C9B8-E230-7732D866F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D89C4-3DBC-54CA-4F24-C6F2A9F9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8844459" y="230783"/>
            <a:ext cx="3032909" cy="89009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2B5C9D-5F22-2F23-ED99-542D13AF7153}"/>
              </a:ext>
            </a:extLst>
          </p:cNvPr>
          <p:cNvSpPr/>
          <p:nvPr/>
        </p:nvSpPr>
        <p:spPr>
          <a:xfrm>
            <a:off x="314632" y="304524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Beginners</a:t>
            </a:r>
          </a:p>
        </p:txBody>
      </p:sp>
    </p:spTree>
    <p:extLst>
      <p:ext uri="{BB962C8B-B14F-4D97-AF65-F5344CB8AC3E}">
        <p14:creationId xmlns:p14="http://schemas.microsoft.com/office/powerpoint/2010/main" val="284821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35045" y="1569298"/>
            <a:ext cx="7487674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 STACK AND IMPLEMENTATION OVERVIEW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65697" y="3015434"/>
            <a:ext cx="9660603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flow of the project: AI study </a:t>
            </a:r>
            <a:r>
              <a:rPr lang="en-US" sz="2800" b="1" dirty="0" err="1"/>
              <a:t>planner,personalized</a:t>
            </a:r>
            <a:r>
              <a:rPr lang="en-US" sz="2800" b="1" dirty="0"/>
              <a:t> </a:t>
            </a:r>
            <a:r>
              <a:rPr lang="en-US" sz="2800" b="1" dirty="0" err="1"/>
              <a:t>quizzes,curated</a:t>
            </a:r>
            <a:r>
              <a:rPr lang="en-US" sz="2800" b="1" dirty="0"/>
              <a:t> </a:t>
            </a:r>
            <a:r>
              <a:rPr lang="en-US" sz="2800" b="1" dirty="0" err="1"/>
              <a:t>youtube</a:t>
            </a:r>
            <a:r>
              <a:rPr lang="en-US" sz="2800" b="1" dirty="0"/>
              <a:t> videos based on there specific grades </a:t>
            </a:r>
            <a:r>
              <a:rPr lang="en-US" sz="2800" dirty="0"/>
              <a:t> </a:t>
            </a:r>
            <a:r>
              <a:rPr lang="en-US" sz="2800" b="1" dirty="0"/>
              <a:t>tech </a:t>
            </a:r>
            <a:r>
              <a:rPr lang="en-US" sz="2800" b="1" dirty="0" err="1"/>
              <a:t>stack:chat</a:t>
            </a:r>
            <a:r>
              <a:rPr lang="en-US" sz="2800" b="1" dirty="0"/>
              <a:t> </a:t>
            </a:r>
            <a:r>
              <a:rPr lang="en-US" sz="2800" b="1" dirty="0" err="1"/>
              <a:t>gpt,python</a:t>
            </a:r>
            <a:r>
              <a:rPr lang="en-US" sz="2800" b="1" dirty="0"/>
              <a:t> </a:t>
            </a:r>
            <a:r>
              <a:rPr lang="en-US" sz="2800" b="1" dirty="0" err="1"/>
              <a:t>programmer,streamlit</a:t>
            </a:r>
            <a:r>
              <a:rPr lang="en-US" sz="2800" b="1" dirty="0"/>
              <a:t> and git hub code space</a:t>
            </a:r>
          </a:p>
          <a:p>
            <a:r>
              <a:rPr lang="en-US" sz="2800" dirty="0"/>
              <a:t> </a:t>
            </a:r>
            <a:r>
              <a:rPr lang="en-US" sz="2800" b="1" dirty="0" err="1"/>
              <a:t>Feasibility:this</a:t>
            </a:r>
            <a:r>
              <a:rPr lang="en-US" sz="2800" b="1" dirty="0"/>
              <a:t> app can be used by various grade students which helps the user to track there progress on specific subjects and since it even recommend curated </a:t>
            </a:r>
            <a:r>
              <a:rPr lang="en-US" sz="2800" b="1" dirty="0" err="1"/>
              <a:t>youtube</a:t>
            </a:r>
            <a:r>
              <a:rPr lang="en-US" sz="2800" b="1" dirty="0"/>
              <a:t> videos its saves a lot of time for the user.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A3061C-5725-BFB1-7E3E-E01BFC32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3CE0A-8E29-0B2F-2B05-B61AC45C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8844459" y="230783"/>
            <a:ext cx="3032909" cy="89009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FF9CEEA-C670-9A0E-61CA-30C5A3E68097}"/>
              </a:ext>
            </a:extLst>
          </p:cNvPr>
          <p:cNvSpPr/>
          <p:nvPr/>
        </p:nvSpPr>
        <p:spPr>
          <a:xfrm>
            <a:off x="314632" y="304524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beginners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86E0E-F35F-B3A8-2215-FE926C4C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4</a:t>
            </a:fld>
            <a:endParaRPr lang="en-IN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62B1BDB-F261-EDDD-F891-77111207E9A6}"/>
              </a:ext>
            </a:extLst>
          </p:cNvPr>
          <p:cNvSpPr txBox="1">
            <a:spLocks/>
          </p:cNvSpPr>
          <p:nvPr/>
        </p:nvSpPr>
        <p:spPr>
          <a:xfrm>
            <a:off x="913416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556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59F296-D7E6-E699-595C-95070A5B79B9}"/>
              </a:ext>
            </a:extLst>
          </p:cNvPr>
          <p:cNvSpPr txBox="1"/>
          <p:nvPr/>
        </p:nvSpPr>
        <p:spPr>
          <a:xfrm>
            <a:off x="2605548" y="2644170"/>
            <a:ext cx="6980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4287CE-6C4F-34A9-DC13-BC85E9027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040FC-DD2D-5BD1-58AD-C61316ADA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8844459" y="230783"/>
            <a:ext cx="3032909" cy="89009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E352153-2D38-633F-9F25-45A76DD92EB3}"/>
              </a:ext>
            </a:extLst>
          </p:cNvPr>
          <p:cNvSpPr/>
          <p:nvPr/>
        </p:nvSpPr>
        <p:spPr>
          <a:xfrm>
            <a:off x="314632" y="304524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Beginners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6E021-DF7E-DCF0-0DDA-DFB36BDA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5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65BA6D-A885-8D2B-9FCD-231D26139106}"/>
              </a:ext>
            </a:extLst>
          </p:cNvPr>
          <p:cNvSpPr txBox="1">
            <a:spLocks/>
          </p:cNvSpPr>
          <p:nvPr/>
        </p:nvSpPr>
        <p:spPr>
          <a:xfrm>
            <a:off x="913416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3553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35625" y="3039091"/>
            <a:ext cx="950779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&gt;Its saves time, instant doubt solving by the help of AI, stores the progress of the user</a:t>
            </a:r>
          </a:p>
          <a:p>
            <a:r>
              <a:rPr lang="en-US" sz="2800" dirty="0"/>
              <a:t>&gt;Students of every grade can benefit through this application</a:t>
            </a:r>
          </a:p>
          <a:p>
            <a:r>
              <a:rPr lang="en-US" sz="2800" dirty="0"/>
              <a:t>&gt;A fun quiz can be added to keep the user enthusiastic and an study planner can be added to improve the users progress based on specific subjects</a:t>
            </a:r>
          </a:p>
          <a:p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 are open for any suggestions based on the application </a:t>
            </a:r>
          </a:p>
          <a:p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                                                             thank you</a:t>
            </a:r>
          </a:p>
          <a:p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1A5A0-9574-7107-DB8A-1ED1D502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12491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631AFF-6964-1659-4719-805F611A0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9290"/>
            <a:ext cx="12191999" cy="368710"/>
          </a:xfrm>
          <a:prstGeom prst="rect">
            <a:avLst/>
          </a:prstGeom>
          <a:solidFill>
            <a:srgbClr val="31B08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D96FC-A876-75AD-BEEA-6CE77C40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1" t="29106" r="11129" b="33578"/>
          <a:stretch>
            <a:fillRect/>
          </a:stretch>
        </p:blipFill>
        <p:spPr>
          <a:xfrm>
            <a:off x="8844459" y="230783"/>
            <a:ext cx="3032909" cy="89009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506B0C5-AD5E-DB48-5EBB-ECEB5AAE32D6}"/>
              </a:ext>
            </a:extLst>
          </p:cNvPr>
          <p:cNvSpPr/>
          <p:nvPr/>
        </p:nvSpPr>
        <p:spPr>
          <a:xfrm>
            <a:off x="314632" y="304524"/>
            <a:ext cx="1877962" cy="74261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beginners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051DC-6AEF-A95F-A92F-2B1403F0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F44E-0146-461A-B01D-DC93EAE5FF8A}" type="slidenum">
              <a:rPr lang="en-IN" smtClean="0"/>
              <a:t>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000323-3094-FC36-7A9C-1DD54E4C259F}"/>
              </a:ext>
            </a:extLst>
          </p:cNvPr>
          <p:cNvSpPr txBox="1">
            <a:spLocks/>
          </p:cNvSpPr>
          <p:nvPr/>
        </p:nvSpPr>
        <p:spPr>
          <a:xfrm>
            <a:off x="913416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8424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381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Personalized Learning Resources And Exam Planner Application</vt:lpstr>
      <vt:lpstr>Personalized Learning Resources And Exam Planner Application</vt:lpstr>
      <vt:lpstr>TECH STACK AND IMPLEMENTATION OVERVIEW</vt:lpstr>
      <vt:lpstr>PowerPoint Presentation</vt:lpstr>
      <vt:lpstr>IMPACT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Vishwas S Adhikari</dc:creator>
  <cp:lastModifiedBy>Swarnim .</cp:lastModifiedBy>
  <cp:revision>3</cp:revision>
  <dcterms:created xsi:type="dcterms:W3CDTF">2025-11-06T19:32:04Z</dcterms:created>
  <dcterms:modified xsi:type="dcterms:W3CDTF">2025-11-07T04:20:48Z</dcterms:modified>
</cp:coreProperties>
</file>